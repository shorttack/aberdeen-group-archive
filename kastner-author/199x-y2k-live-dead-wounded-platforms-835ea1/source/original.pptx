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0.6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</p:sldIdLst>
  <p:sldSz cx="9144000" cy="6858000" type="screen4x3"/>
  <p:notesSz cx="6858000" cy="9144000"/>
  <p:custDataLst>
    <p:tags r:id="rId8"/>
  </p:custDataLst>
  <p:defaultTextStyle>
    <a:defPPr>
      <a:defRPr lang="en-US"/>
    </a:defPPr>
    <a:lvl1pPr marL="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1pPr>
    <a:lvl2pPr marL="4572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2pPr>
    <a:lvl3pPr marL="9144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3pPr>
    <a:lvl4pPr marL="13716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4pPr>
    <a:lvl5pPr marL="1828800" indent="0" algn="l" defTabSz="914400" rtl="0" eaLnBrk="1" fontAlgn="base" hangingPunct="1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itchFamily="34" charset="0"/>
        <a:ea typeface="Arial" pitchFamily="34" charset="0"/>
      </a:defRPr>
    </a:lvl5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0" y="0"/>
      </p:cViewPr>
    </p:cSldViewPr>
  </p:slideViewPr>
  <p:notesViewPr>
    <p:cSldViewPr>
      <p:cViewPr varScale="1"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viewProps" Target="viewProps.xml" /><Relationship Id="rId11" Type="http://schemas.openxmlformats.org/officeDocument/2006/relationships/theme" Target="theme/theme1.xml" /><Relationship Id="rId12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handoutMaster" Target="handoutMasters/handout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presProps" Target="presProps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noAutofit/>
          </a:bodyPr>
          <a:lstStyle/>
          <a:p>
            <a:pPr lvl="0" eaLnBrk="0" hangingPunct="0"/>
            <a:fld id="{7E57A16D-F0A1-4A81-99D4-7A9EB72A72FF}" type="header">
              <a:rPr sz="1200">
                <a:latin typeface="Times New Roman" pitchFamily="18" charset="0"/>
              </a:rPr>
              <a:t>*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3075" name="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fld id="{A2AD7894-CB27-4B9B-A9E6-DC3C321516F3}" type="datetime1">
              <a:rPr sz="1200">
                <a:latin typeface="Times New Roman" pitchFamily="18" charset="0"/>
              </a:rPr>
              <a:t>*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3076" name="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fld id="{45593B8A-068B-4D81-877D-8DC5052B8329}" type="footer">
              <a:rPr sz="1200">
                <a:latin typeface="Times New Roman" pitchFamily="18" charset="0"/>
              </a:rPr>
              <a:t>*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3077" name="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fld id="{7ED6A0B5-E324-4EBC-B9BB-E4B3424363F5}" type="slidenum">
              <a:rPr sz="1200">
                <a:latin typeface="Times New Roman" pitchFamily="18" charset="0"/>
              </a:rPr>
              <a:t>*</a:t>
            </a:fld>
            <a:endParaRPr sz="12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noAutofit/>
          </a:bodyPr>
          <a:lstStyle/>
          <a:p>
            <a:pPr lvl="0" eaLnBrk="0" hangingPunct="0"/>
            <a:fld id="{FC9E77C7-6D2B-4A8F-A1CD-2EC1326D22D5}" type="header">
              <a:rPr sz="1200">
                <a:latin typeface="Times New Roman" pitchFamily="18" charset="0"/>
              </a:rPr>
              <a:t/>
            </a:fld>
            <a:endParaRPr sz="1200">
              <a:latin typeface="Times New Roman" pitchFamily="18" charset="0"/>
            </a:endParaRPr>
          </a:p>
        </p:txBody>
      </p:sp>
      <p:sp>
        <p:nvSpPr>
          <p:cNvPr id="2051" name="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endParaRPr sz="1200">
              <a:latin typeface="Times New Roman" pitchFamily="18" charset="0"/>
            </a:endParaRPr>
          </a:p>
        </p:txBody>
      </p:sp>
      <p:sp>
        <p:nvSpPr>
          <p:cNvPr id="2052" name=""/>
          <p:cNvSpPr>
            <a:spLocks noRot="1" noTextEdit="1"/>
          </p:cNvSpPr>
          <p:nvPr>
            <p:ph type="sldImg" idx="2"/>
          </p:nvPr>
        </p:nvSpPr>
        <p:spPr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>
            <a:solidFill>
              <a:prstClr val="black"/>
            </a:solidFill>
            <a:miter lim="800000"/>
          </a:ln>
          <a:effectLst/>
        </p:spPr>
      </p:sp>
      <p:sp>
        <p:nvSpPr>
          <p:cNvPr id="2053" name="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no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2054" name="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fld id="{A558A182-602C-4D53-ABFC-608D96944D0C}" type="footer">
              <a:rPr sz="1200">
                <a:latin typeface="Times New Roman" pitchFamily="18" charset="0"/>
              </a:rPr>
              <a:t/>
            </a:fld>
            <a:endParaRPr sz="1200">
              <a:latin typeface="Times New Roman" pitchFamily="18" charset="0"/>
            </a:endParaRPr>
          </a:p>
        </p:txBody>
      </p:sp>
      <p:sp>
        <p:nvSpPr>
          <p:cNvPr id="2055" name="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fld id="{8CEFDE6A-07AF-4E7F-B316-CCA73EAE8679}" type="slidenum">
              <a:rPr sz="1200">
                <a:latin typeface="Times New Roman" pitchFamily="18" charset="0"/>
              </a:rPr>
              <a:t>*</a:t>
            </a:fld>
            <a:endParaRPr sz="12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/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5122" name=""/>
          <p:cNvSpPr>
            <a:spLocks noTextEdit="1"/>
          </p:cNvSpPr>
          <p:nvPr>
            <p:ph type="sldImg" idx="2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</a:ln>
          <a:effectLst/>
        </p:spPr>
      </p:sp>
      <p:sp>
        <p:nvSpPr>
          <p:cNvPr id="5123" name=""/>
          <p:cNvSpPr/>
          <p:nvPr>
            <p:ph type="body" idx="3"/>
          </p:nvPr>
        </p:nvSpPr>
        <p:spPr>
          <a:xfrm>
            <a:off x="914400" y="4343400"/>
            <a:ext cx="5029200" cy="41148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t" anchorCtr="0">
            <a:no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5124" name=""/>
          <p:cNvSpPr>
            <a:spLocks noGrp="1"/>
          </p:cNvSpPr>
          <p:nvPr>
            <p:ph type="hdr" sz="quarter"/>
          </p:nvPr>
        </p:nvSpPr>
        <p:spPr/>
        <p:txBody>
          <a:bodyPr lIns="92075" tIns="46038" rIns="92075" bIns="46038">
            <a:noAutofit/>
          </a:bodyPr>
          <a:lstStyle/>
          <a:p>
            <a:pPr lvl="0" eaLnBrk="0" hangingPunct="0"/>
            <a:fld id="{846B2359-8EA0-403D-B9AC-7997A499D951}" type="header">
              <a:rPr sz="1200">
                <a:latin typeface="Times New Roman" pitchFamily="18" charset="0"/>
              </a:rPr>
              <a:t/>
            </a:fld>
            <a:endParaRPr sz="1200">
              <a:latin typeface="Times New Roman" pitchFamily="18" charset="0"/>
            </a:endParaRPr>
          </a:p>
        </p:txBody>
      </p:sp>
      <p:sp>
        <p:nvSpPr>
          <p:cNvPr id="5125" name=""/>
          <p:cNvSpPr>
            <a:spLocks noGrp="1"/>
          </p:cNvSpPr>
          <p:nvPr>
            <p:ph type="dt" idx="1"/>
          </p:nvPr>
        </p:nvSpPr>
        <p:spPr/>
        <p:txBody>
          <a:bodyPr lIns="92075" tIns="46038" rIns="92075" bIns="46038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endParaRPr sz="1200">
              <a:latin typeface="Times New Roman" pitchFamily="18" charset="0"/>
            </a:endParaRPr>
          </a:p>
        </p:txBody>
      </p:sp>
      <p:sp>
        <p:nvSpPr>
          <p:cNvPr id="5126" name=""/>
          <p:cNvSpPr>
            <a:spLocks noGrp="1"/>
          </p:cNvSpPr>
          <p:nvPr>
            <p:ph type="ftr" sz="quarter" idx="4"/>
          </p:nvPr>
        </p:nvSpPr>
        <p:spPr/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fld id="{CBEDF9A0-3B42-4CE0-8C63-14407084152E}" type="footer">
              <a:rPr sz="1200">
                <a:latin typeface="Times New Roman" pitchFamily="18" charset="0"/>
              </a:rPr>
              <a:t/>
            </a:fld>
            <a:endParaRPr sz="1200">
              <a:latin typeface="Times New Roman" pitchFamily="18" charset="0"/>
            </a:endParaRPr>
          </a:p>
        </p:txBody>
      </p:sp>
      <p:sp>
        <p:nvSpPr>
          <p:cNvPr id="5127" name=""/>
          <p:cNvSpPr>
            <a:spLocks noGrp="1"/>
          </p:cNvSpPr>
          <p:nvPr>
            <p:ph type="sldNum" sz="quarter" idx="5"/>
          </p:nvPr>
        </p:nvSpPr>
        <p:spPr/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fld id="{F98926EC-72CD-4D07-A9E8-736620079FED}" type="slidenum">
              <a:rPr sz="1200">
                <a:latin typeface="Times New Roman" pitchFamily="18" charset="0"/>
              </a:rPr>
              <a:t>1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7170" name=""/>
          <p:cNvSpPr>
            <a:spLocks noTextEdit="1"/>
          </p:cNvSpPr>
          <p:nvPr>
            <p:ph type="sldImg" idx="2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</a:ln>
          <a:effectLst/>
        </p:spPr>
      </p:sp>
      <p:sp>
        <p:nvSpPr>
          <p:cNvPr id="7171" name=""/>
          <p:cNvSpPr/>
          <p:nvPr>
            <p:ph type="body" idx="3"/>
          </p:nvPr>
        </p:nvSpPr>
        <p:spPr>
          <a:xfrm>
            <a:off x="914400" y="4343400"/>
            <a:ext cx="5029200" cy="41148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t" anchorCtr="0">
            <a:no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7172" name=""/>
          <p:cNvSpPr>
            <a:spLocks noGrp="1"/>
          </p:cNvSpPr>
          <p:nvPr>
            <p:ph type="hdr" sz="quarter"/>
          </p:nvPr>
        </p:nvSpPr>
        <p:spPr/>
        <p:txBody>
          <a:bodyPr lIns="92075" tIns="46038" rIns="92075" bIns="46038">
            <a:noAutofit/>
          </a:bodyPr>
          <a:lstStyle/>
          <a:p>
            <a:pPr lvl="0" eaLnBrk="0" hangingPunct="0"/>
            <a:fld id="{A6F9AA19-FB64-44F5-8910-BF3EE75A7A42}" type="header">
              <a:rPr sz="1200">
                <a:latin typeface="Times New Roman" pitchFamily="18" charset="0"/>
              </a:rPr>
              <a:t/>
            </a:fld>
            <a:endParaRPr sz="1200">
              <a:latin typeface="Times New Roman" pitchFamily="18" charset="0"/>
            </a:endParaRPr>
          </a:p>
        </p:txBody>
      </p:sp>
      <p:sp>
        <p:nvSpPr>
          <p:cNvPr id="7173" name=""/>
          <p:cNvSpPr>
            <a:spLocks noGrp="1"/>
          </p:cNvSpPr>
          <p:nvPr>
            <p:ph type="dt" idx="1"/>
          </p:nvPr>
        </p:nvSpPr>
        <p:spPr/>
        <p:txBody>
          <a:bodyPr lIns="92075" tIns="46038" rIns="92075" bIns="46038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endParaRPr sz="1200">
              <a:latin typeface="Times New Roman" pitchFamily="18" charset="0"/>
            </a:endParaRPr>
          </a:p>
        </p:txBody>
      </p:sp>
      <p:sp>
        <p:nvSpPr>
          <p:cNvPr id="7174" name=""/>
          <p:cNvSpPr>
            <a:spLocks noGrp="1"/>
          </p:cNvSpPr>
          <p:nvPr>
            <p:ph type="ftr" sz="quarter" idx="4"/>
          </p:nvPr>
        </p:nvSpPr>
        <p:spPr/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fld id="{6A33B654-E6BA-4DE5-9329-A3B79CB3CC63}" type="footer">
              <a:rPr sz="1200">
                <a:latin typeface="Times New Roman" pitchFamily="18" charset="0"/>
              </a:rPr>
              <a:t/>
            </a:fld>
            <a:endParaRPr sz="1200">
              <a:latin typeface="Times New Roman" pitchFamily="18" charset="0"/>
            </a:endParaRPr>
          </a:p>
        </p:txBody>
      </p:sp>
      <p:sp>
        <p:nvSpPr>
          <p:cNvPr id="7175" name=""/>
          <p:cNvSpPr>
            <a:spLocks noGrp="1"/>
          </p:cNvSpPr>
          <p:nvPr>
            <p:ph type="sldNum" sz="quarter" idx="5"/>
          </p:nvPr>
        </p:nvSpPr>
        <p:spPr/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fld id="{5740C4A2-DBCD-4258-99DA-6ADDF15BBA5B}" type="slidenum">
              <a:rPr sz="1200">
                <a:latin typeface="Times New Roman" pitchFamily="18" charset="0"/>
              </a:rPr>
              <a:t>2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9218" name=""/>
          <p:cNvSpPr>
            <a:spLocks noTextEdit="1"/>
          </p:cNvSpPr>
          <p:nvPr>
            <p:ph type="sldImg" idx="2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</a:ln>
          <a:effectLst/>
        </p:spPr>
      </p:sp>
      <p:sp>
        <p:nvSpPr>
          <p:cNvPr id="9219" name=""/>
          <p:cNvSpPr/>
          <p:nvPr>
            <p:ph type="body" idx="3"/>
          </p:nvPr>
        </p:nvSpPr>
        <p:spPr>
          <a:xfrm>
            <a:off x="914400" y="4343400"/>
            <a:ext cx="5029200" cy="41148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t" anchorCtr="0">
            <a:no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9220" name=""/>
          <p:cNvSpPr>
            <a:spLocks noGrp="1"/>
          </p:cNvSpPr>
          <p:nvPr>
            <p:ph type="hdr" sz="quarter"/>
          </p:nvPr>
        </p:nvSpPr>
        <p:spPr/>
        <p:txBody>
          <a:bodyPr lIns="92075" tIns="46038" rIns="92075" bIns="46038">
            <a:noAutofit/>
          </a:bodyPr>
          <a:lstStyle/>
          <a:p>
            <a:pPr lvl="0" eaLnBrk="0" hangingPunct="0"/>
            <a:fld id="{5165B0C7-2073-401B-B55D-0C85F819FC72}" type="header">
              <a:rPr sz="1200">
                <a:latin typeface="Times New Roman" pitchFamily="18" charset="0"/>
              </a:rPr>
              <a:t/>
            </a:fld>
            <a:endParaRPr sz="1200">
              <a:latin typeface="Times New Roman" pitchFamily="18" charset="0"/>
            </a:endParaRPr>
          </a:p>
        </p:txBody>
      </p:sp>
      <p:sp>
        <p:nvSpPr>
          <p:cNvPr id="9221" name=""/>
          <p:cNvSpPr>
            <a:spLocks noGrp="1"/>
          </p:cNvSpPr>
          <p:nvPr>
            <p:ph type="dt" idx="1"/>
          </p:nvPr>
        </p:nvSpPr>
        <p:spPr/>
        <p:txBody>
          <a:bodyPr lIns="92075" tIns="46038" rIns="92075" bIns="46038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endParaRPr sz="1200">
              <a:latin typeface="Times New Roman" pitchFamily="18" charset="0"/>
            </a:endParaRPr>
          </a:p>
        </p:txBody>
      </p:sp>
      <p:sp>
        <p:nvSpPr>
          <p:cNvPr id="9222" name=""/>
          <p:cNvSpPr>
            <a:spLocks noGrp="1"/>
          </p:cNvSpPr>
          <p:nvPr>
            <p:ph type="ftr" sz="quarter" idx="4"/>
          </p:nvPr>
        </p:nvSpPr>
        <p:spPr/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fld id="{44A7F4EB-2700-49F9-A50B-8229035D8209}" type="footer">
              <a:rPr sz="1200">
                <a:latin typeface="Times New Roman" pitchFamily="18" charset="0"/>
              </a:rPr>
              <a:t/>
            </a:fld>
            <a:endParaRPr sz="1200">
              <a:latin typeface="Times New Roman" pitchFamily="18" charset="0"/>
            </a:endParaRPr>
          </a:p>
        </p:txBody>
      </p:sp>
      <p:sp>
        <p:nvSpPr>
          <p:cNvPr id="9223" name=""/>
          <p:cNvSpPr>
            <a:spLocks noGrp="1"/>
          </p:cNvSpPr>
          <p:nvPr>
            <p:ph type="sldNum" sz="quarter" idx="5"/>
          </p:nvPr>
        </p:nvSpPr>
        <p:spPr/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fld id="{757E62E8-CDEF-4C41-A176-52860DF5EE34}" type="slidenum">
              <a:rPr sz="1200">
                <a:latin typeface="Times New Roman" pitchFamily="18" charset="0"/>
              </a:rPr>
              <a:t>3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1266" name=""/>
          <p:cNvSpPr>
            <a:spLocks noTextEdit="1"/>
          </p:cNvSpPr>
          <p:nvPr>
            <p:ph type="sldImg" idx="2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</a:ln>
          <a:effectLst/>
        </p:spPr>
      </p:sp>
      <p:sp>
        <p:nvSpPr>
          <p:cNvPr id="11267" name=""/>
          <p:cNvSpPr/>
          <p:nvPr>
            <p:ph type="body" idx="3"/>
          </p:nvPr>
        </p:nvSpPr>
        <p:spPr>
          <a:xfrm>
            <a:off x="914400" y="4343400"/>
            <a:ext cx="5029200" cy="41148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t" anchorCtr="0">
            <a:no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/>
        </p:txBody>
      </p:sp>
      <p:sp>
        <p:nvSpPr>
          <p:cNvPr id="11268" name=""/>
          <p:cNvSpPr>
            <a:spLocks noGrp="1"/>
          </p:cNvSpPr>
          <p:nvPr>
            <p:ph type="hdr" sz="quarter"/>
          </p:nvPr>
        </p:nvSpPr>
        <p:spPr/>
        <p:txBody>
          <a:bodyPr lIns="92075" tIns="46038" rIns="92075" bIns="46038">
            <a:noAutofit/>
          </a:bodyPr>
          <a:lstStyle/>
          <a:p>
            <a:pPr lvl="0" eaLnBrk="0" hangingPunct="0"/>
            <a:fld id="{D9DD4DFE-400A-4196-8C5A-8F849508E617}" type="header">
              <a:rPr sz="1200">
                <a:latin typeface="Times New Roman" pitchFamily="18" charset="0"/>
              </a:rPr>
              <a:t/>
            </a:fld>
            <a:endParaRPr sz="1200">
              <a:latin typeface="Times New Roman" pitchFamily="18" charset="0"/>
            </a:endParaRPr>
          </a:p>
        </p:txBody>
      </p:sp>
      <p:sp>
        <p:nvSpPr>
          <p:cNvPr id="11269" name=""/>
          <p:cNvSpPr>
            <a:spLocks noGrp="1"/>
          </p:cNvSpPr>
          <p:nvPr>
            <p:ph type="dt" idx="1"/>
          </p:nvPr>
        </p:nvSpPr>
        <p:spPr/>
        <p:txBody>
          <a:bodyPr lIns="92075" tIns="46038" rIns="92075" bIns="46038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endParaRPr sz="1200">
              <a:latin typeface="Times New Roman" pitchFamily="18" charset="0"/>
            </a:endParaRPr>
          </a:p>
        </p:txBody>
      </p:sp>
      <p:sp>
        <p:nvSpPr>
          <p:cNvPr id="11270" name=""/>
          <p:cNvSpPr>
            <a:spLocks noGrp="1"/>
          </p:cNvSpPr>
          <p:nvPr>
            <p:ph type="ftr" sz="quarter" idx="4"/>
          </p:nvPr>
        </p:nvSpPr>
        <p:spPr/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fld id="{129B0279-D89D-4528-A574-0EBF80BFF1FF}" type="footer">
              <a:rPr sz="1200">
                <a:latin typeface="Times New Roman" pitchFamily="18" charset="0"/>
              </a:rPr>
              <a:t/>
            </a:fld>
            <a:endParaRPr sz="1200">
              <a:latin typeface="Times New Roman" pitchFamily="18" charset="0"/>
            </a:endParaRPr>
          </a:p>
        </p:txBody>
      </p:sp>
      <p:sp>
        <p:nvSpPr>
          <p:cNvPr id="11271" name=""/>
          <p:cNvSpPr>
            <a:spLocks noGrp="1"/>
          </p:cNvSpPr>
          <p:nvPr>
            <p:ph type="sldNum" sz="quarter" idx="5"/>
          </p:nvPr>
        </p:nvSpPr>
        <p:spPr/>
        <p:txBody>
          <a:bodyPr lIns="92075" tIns="46038" rIns="92075" bIns="46038" anchor="b" anchorCtr="0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fld id="{EDAC3B69-ED7A-458A-8F2B-268931B87699}" type="slidenum">
              <a:rPr sz="1200">
                <a:latin typeface="Times New Roman" pitchFamily="18" charset="0"/>
              </a:rPr>
              <a:t>4</a:t>
            </a:fld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0" hangingPunct="0"/>
            <a:fld id="{93AE1883-0942-4AA3-9DB2-9C7C3A0314B1}" type="slidenum">
              <a:rPr sz="1400">
                <a:latin typeface="Times New Roman" pitchFamily="18" charset="0"/>
              </a:rPr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0" hangingPunct="0"/>
            <a:fld id="{93AE1883-0942-4AA3-9DB2-9C7C3A0314B1}" type="slidenum">
              <a:rPr sz="1400">
                <a:latin typeface="Times New Roman" pitchFamily="18" charset="0"/>
              </a:rPr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 anchor="ctr" anchorCtr="0">
            <a:noAutofit/>
          </a:bodyPr>
          <a:lstStyle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200" b="0" i="0" u="none" baseline="0">
                <a:solidFill>
                  <a:schemeClr val="tx2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</a:lstStyle>
          <a:p>
            <a:pPr lvl="0"/>
            <a:r>
              <a:t>Click to edit Master title style</a:t>
            </a:r>
          </a:p>
        </p:txBody>
      </p:sp>
      <p:sp>
        <p:nvSpPr>
          <p:cNvPr id="1027" name="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noAutofit/>
          </a:bodyPr>
          <a:lstStyle>
            <a:lvl1pPr marL="342900" indent="-3429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742950" indent="-28575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11430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6002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20574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1029" name="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1030" name="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 lIns="92075" tIns="46038" rIns="92075" bIns="46038">
            <a:noAutofit/>
          </a:bodyPr>
          <a:lstStyle>
            <a:defPPr>
              <a:defRPr lang="en-US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Arial" pitchFamily="34" charset="0"/>
              </a:defRPr>
            </a:lvl5pPr>
          </a:lstStyle>
          <a:p>
            <a:pPr lvl="0" algn="r" eaLnBrk="0" hangingPunct="0"/>
            <a:fld id="{74335ED3-91B6-4D05-8A31-9521B1821668}" type="slidenum">
              <a:rPr sz="1400">
                <a:latin typeface="Times New Roman" pitchFamily="18" charset="0"/>
              </a:rPr>
              <a:t>*</a:t>
            </a:fld>
            <a:endParaRPr sz="14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iming/>
  <p:hf sldNum="0" dt="0"/>
  <p:txStyles>
    <p:titleStyle>
      <a:lvl1pPr marL="0" indent="0" algn="ctr" defTabSz="914400" rtl="0" eaLnBrk="1" fontAlgn="base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0" i="0" u="none" baseline="0">
          <a:solidFill>
            <a:schemeClr val="tx2"/>
          </a:solidFill>
          <a:effectLst/>
          <a:latin typeface="Times New Roman" pitchFamily="18" charset="0"/>
          <a:ea typeface="Arial" pitchFamily="34" charset="0"/>
        </a:defRPr>
      </a:lvl1pPr>
    </p:titleStyle>
    <p:bodyStyle>
      <a:lvl1pPr marL="342900" indent="-342900" algn="l" defTabSz="914400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defRPr kumimoji="0" sz="2800" b="0" i="0" u="none" baseline="0">
          <a:solidFill>
            <a:schemeClr val="tx1"/>
          </a:solidFill>
          <a:effectLst/>
          <a:latin typeface="Times New Roman" pitchFamily="18" charset="0"/>
          <a:ea typeface="Arial" pitchFamily="34" charset="0"/>
        </a:defRPr>
      </a:lvl1pPr>
      <a:lvl2pPr marL="742950" indent="-285750" algn="l" defTabSz="914400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defRPr kumimoji="0" sz="2400" b="0" i="0" u="none" baseline="0">
          <a:solidFill>
            <a:schemeClr val="tx1"/>
          </a:solidFill>
          <a:effectLst/>
          <a:latin typeface="Times New Roman" pitchFamily="18" charset="0"/>
          <a:ea typeface="Arial" pitchFamily="34" charset="0"/>
        </a:defRPr>
      </a:lvl2pPr>
      <a:lvl3pPr marL="1143000" indent="-228600" algn="l" defTabSz="914400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defRPr kumimoji="0" sz="2000" b="0" i="0" u="none" baseline="0">
          <a:solidFill>
            <a:schemeClr val="tx1"/>
          </a:solidFill>
          <a:effectLst/>
          <a:latin typeface="Times New Roman" pitchFamily="18" charset="0"/>
          <a:ea typeface="Arial" pitchFamily="34" charset="0"/>
        </a:defRPr>
      </a:lvl3pPr>
      <a:lvl4pPr marL="1600200" indent="-228600" algn="l" defTabSz="914400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defRPr kumimoji="0" sz="1800" b="0" i="0" u="none" baseline="0">
          <a:solidFill>
            <a:schemeClr val="tx1"/>
          </a:solidFill>
          <a:effectLst/>
          <a:latin typeface="Times New Roman" pitchFamily="18" charset="0"/>
          <a:ea typeface="Arial" pitchFamily="34" charset="0"/>
        </a:defRPr>
      </a:lvl4pPr>
      <a:lvl5pPr marL="2057400" indent="-228600" algn="l" defTabSz="914400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»"/>
        <a:defRPr kumimoji="0" sz="1800" b="0" i="0" u="none" baseline="0">
          <a:solidFill>
            <a:schemeClr val="tx1"/>
          </a:solidFill>
          <a:effectLst/>
          <a:latin typeface="Times New Roman" pitchFamily="18" charset="0"/>
          <a:ea typeface="Arial" pitchFamily="34" charset="0"/>
        </a:defRPr>
      </a:lvl5pPr>
    </p:bodyStyle>
    <p:otherStyle/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4098" name=""/>
          <p:cNvSpPr/>
          <p:nvPr>
            <p:ph type="title"/>
          </p:nvPr>
        </p:nvSpPr>
        <p:spPr>
          <a:xfrm>
            <a:off x="685800" y="609600"/>
            <a:ext cx="7772400" cy="11430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ctr" anchorCtr="0">
            <a:noAutofit/>
          </a:bodyPr>
          <a:lstStyle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200" b="0" i="0" u="none" baseline="0">
                <a:solidFill>
                  <a:schemeClr val="tx2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</a:lstStyle>
          <a:p>
            <a:pPr lvl="0" eaLnBrk="0" hangingPunct="0"/>
            <a:r>
              <a:rPr/>
              <a:t>Y2K Live, Dead &amp; Wounded</a:t>
            </a:r>
            <a:endParaRPr/>
          </a:p>
        </p:txBody>
      </p:sp>
      <p:sp>
        <p:nvSpPr>
          <p:cNvPr id="4099" name=""/>
          <p:cNvSpPr/>
          <p:nvPr>
            <p:ph type="body" idx="1"/>
          </p:nvPr>
        </p:nvSpPr>
        <p:spPr>
          <a:xfrm>
            <a:off x="685800" y="1981200"/>
            <a:ext cx="7772400" cy="41148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t" anchorCtr="0">
            <a:noAutofit/>
          </a:bodyPr>
          <a:lstStyle>
            <a:lvl1pPr marL="342900" indent="-3429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742950" indent="-28575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11430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6002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20574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>
            <a:pPr lvl="0" eaLnBrk="0" hangingPunct="0"/>
            <a:r>
              <a:t>Living</a:t>
            </a:r>
          </a:p>
          <a:p>
            <a:pPr lvl="1" eaLnBrk="0" hangingPunct="0"/>
            <a:r>
              <a:t>IBM MVS, OS/400 &amp; AIX</a:t>
            </a:r>
          </a:p>
          <a:p>
            <a:pPr lvl="1" eaLnBrk="0" hangingPunct="0"/>
            <a:r>
              <a:t>HP-UX</a:t>
            </a:r>
          </a:p>
          <a:p>
            <a:pPr lvl="1" eaLnBrk="0" hangingPunct="0"/>
            <a:r>
              <a:t>Sun Solaris</a:t>
            </a:r>
          </a:p>
          <a:p>
            <a:pPr lvl="1" eaLnBrk="0" hangingPunct="0"/>
            <a:r>
              <a:rPr/>
              <a:t>Microsoft NT</a:t>
            </a:r>
            <a:endParaRPr/>
          </a:p>
        </p:txBody>
      </p:sp>
      <p:sp>
        <p:nvSpPr>
          <p:cNvPr id="41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41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6146" name=""/>
          <p:cNvSpPr/>
          <p:nvPr>
            <p:ph type="title"/>
          </p:nvPr>
        </p:nvSpPr>
        <p:spPr>
          <a:xfrm>
            <a:off x="685800" y="609600"/>
            <a:ext cx="7772400" cy="11430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ctr" anchorCtr="0">
            <a:noAutofit/>
          </a:bodyPr>
          <a:lstStyle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200" b="0" i="0" u="none" baseline="0">
                <a:solidFill>
                  <a:schemeClr val="tx2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</a:lstStyle>
          <a:p>
            <a:pPr lvl="0" eaLnBrk="0" hangingPunct="0"/>
            <a:r>
              <a:t>Y2K Dead Platforms</a:t>
            </a:r>
          </a:p>
        </p:txBody>
      </p:sp>
      <p:sp>
        <p:nvSpPr>
          <p:cNvPr id="6147" name=""/>
          <p:cNvSpPr/>
          <p:nvPr>
            <p:ph type="body" idx="1"/>
          </p:nvPr>
        </p:nvSpPr>
        <p:spPr>
          <a:xfrm>
            <a:off x="685800" y="1981200"/>
            <a:ext cx="7772400" cy="41148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t" anchorCtr="0">
            <a:noAutofit/>
          </a:bodyPr>
          <a:lstStyle>
            <a:lvl1pPr marL="342900" indent="-3429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742950" indent="-28575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11430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6002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20574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>
            <a:pPr lvl="0" eaLnBrk="0" hangingPunct="0"/>
            <a:r>
              <a:t>IBM System/3X</a:t>
            </a:r>
          </a:p>
          <a:p>
            <a:pPr lvl="0" eaLnBrk="0" hangingPunct="0"/>
            <a:r>
              <a:t>IBM 308x and 309x mainframes plus VM OS</a:t>
            </a:r>
          </a:p>
          <a:p>
            <a:pPr lvl="0" eaLnBrk="0" hangingPunct="0"/>
            <a:r>
              <a:t>HP 3000 MPE</a:t>
            </a:r>
          </a:p>
          <a:p>
            <a:pPr lvl="0" eaLnBrk="0" hangingPunct="0"/>
            <a:r>
              <a:t>Bull 6000</a:t>
            </a:r>
          </a:p>
          <a:p>
            <a:pPr lvl="0" eaLnBrk="0" hangingPunct="0"/>
            <a:r>
              <a:t>DG Eclipse</a:t>
            </a:r>
          </a:p>
          <a:p>
            <a:pPr lvl="0" eaLnBrk="0" hangingPunct="0"/>
            <a:r>
              <a:t>Probably many other minicomputers</a:t>
            </a:r>
          </a:p>
        </p:txBody>
      </p:sp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61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8194" name=""/>
          <p:cNvSpPr/>
          <p:nvPr>
            <p:ph type="title"/>
          </p:nvPr>
        </p:nvSpPr>
        <p:spPr>
          <a:xfrm>
            <a:off x="685800" y="609600"/>
            <a:ext cx="7772400" cy="11430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ctr" anchorCtr="0">
            <a:noAutofit/>
          </a:bodyPr>
          <a:lstStyle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200" b="0" i="0" u="none" baseline="0">
                <a:solidFill>
                  <a:schemeClr val="tx2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</a:lstStyle>
          <a:p>
            <a:pPr lvl="0" eaLnBrk="0" hangingPunct="0"/>
            <a:r>
              <a:t>Y2K Wounded</a:t>
            </a:r>
          </a:p>
        </p:txBody>
      </p:sp>
      <p:sp>
        <p:nvSpPr>
          <p:cNvPr id="8195" name=""/>
          <p:cNvSpPr/>
          <p:nvPr>
            <p:ph type="body" idx="1"/>
          </p:nvPr>
        </p:nvSpPr>
        <p:spPr>
          <a:xfrm>
            <a:off x="685800" y="1981200"/>
            <a:ext cx="7772400" cy="41148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t" anchorCtr="0">
            <a:noAutofit/>
          </a:bodyPr>
          <a:lstStyle>
            <a:lvl1pPr marL="342900" indent="-3429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742950" indent="-28575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11430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6002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20574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>
            <a:pPr lvl="0" eaLnBrk="0" hangingPunct="0"/>
            <a:r>
              <a:t>IBM VSE customers (no staff; custom apps)</a:t>
            </a:r>
          </a:p>
          <a:p>
            <a:pPr lvl="0" eaLnBrk="0" hangingPunct="0"/>
            <a:r>
              <a:t>Unisys 2200 and A-series (Link &amp; Mapper)</a:t>
            </a:r>
          </a:p>
          <a:p>
            <a:pPr lvl="0" eaLnBrk="0" hangingPunct="0"/>
            <a:r>
              <a:t>Wang VS applications</a:t>
            </a:r>
          </a:p>
          <a:p>
            <a:pPr lvl="0" eaLnBrk="0" hangingPunct="0"/>
            <a:r>
              <a:t>Old manufacturing applications (many AS/400)</a:t>
            </a:r>
          </a:p>
          <a:p>
            <a:pPr lvl="1" eaLnBrk="0" hangingPunct="0"/>
            <a:r>
              <a:t>ManMan (tired Fortran)</a:t>
            </a:r>
          </a:p>
          <a:p>
            <a:pPr lvl="1" eaLnBrk="0" hangingPunct="0"/>
            <a:r>
              <a:t>Mapics &amp; Copics</a:t>
            </a:r>
          </a:p>
          <a:p>
            <a:pPr lvl="1" eaLnBrk="0" hangingPunct="0"/>
            <a:r>
              <a:t>SSA BPICS</a:t>
            </a:r>
          </a:p>
        </p:txBody>
      </p:sp>
      <p:sp>
        <p:nvSpPr>
          <p:cNvPr id="81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81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0242" name=""/>
          <p:cNvSpPr/>
          <p:nvPr>
            <p:ph type="title"/>
          </p:nvPr>
        </p:nvSpPr>
        <p:spPr>
          <a:xfrm>
            <a:off x="685800" y="609600"/>
            <a:ext cx="7772400" cy="11430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ctr" anchorCtr="0">
            <a:noAutofit/>
          </a:bodyPr>
          <a:lstStyle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200" b="0" i="0" u="none" baseline="0">
                <a:solidFill>
                  <a:schemeClr val="tx2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</a:lstStyle>
          <a:p>
            <a:pPr lvl="0" eaLnBrk="0" hangingPunct="0"/>
            <a:r>
              <a:t>Target Downstream Customers</a:t>
            </a:r>
          </a:p>
        </p:txBody>
      </p:sp>
      <p:sp>
        <p:nvSpPr>
          <p:cNvPr id="10243" name=""/>
          <p:cNvSpPr/>
          <p:nvPr>
            <p:ph type="body" sz="half" idx="1"/>
          </p:nvPr>
        </p:nvSpPr>
        <p:spPr>
          <a:xfrm>
            <a:off x="685800" y="1981200"/>
            <a:ext cx="3810000" cy="41148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t" anchorCtr="0">
            <a:noAutofit/>
          </a:bodyPr>
          <a:lstStyle>
            <a:lvl1pPr marL="342900" indent="-3429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742950" indent="-28575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11430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6002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6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20574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6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>
            <a:pPr lvl="0" eaLnBrk="0" hangingPunct="0"/>
            <a:r>
              <a:t>Attractive</a:t>
            </a:r>
          </a:p>
          <a:p>
            <a:pPr lvl="1" eaLnBrk="0" hangingPunct="0"/>
            <a:r>
              <a:t>Bank loan customers</a:t>
            </a:r>
          </a:p>
          <a:p>
            <a:pPr lvl="1" eaLnBrk="0" hangingPunct="0"/>
            <a:r>
              <a:t>Insurance agencies</a:t>
            </a:r>
          </a:p>
          <a:p>
            <a:pPr lvl="1" eaLnBrk="0" hangingPunct="0"/>
            <a:r>
              <a:t>Reinsurers</a:t>
            </a:r>
          </a:p>
          <a:p>
            <a:pPr lvl="1" eaLnBrk="0" hangingPunct="0"/>
            <a:r>
              <a:t>Wholesalers</a:t>
            </a:r>
          </a:p>
        </p:txBody>
      </p:sp>
      <p:sp>
        <p:nvSpPr>
          <p:cNvPr id="10244" name=""/>
          <p:cNvSpPr/>
          <p:nvPr>
            <p:ph type="body" sz="half" idx="1"/>
          </p:nvPr>
        </p:nvSpPr>
        <p:spPr>
          <a:xfrm>
            <a:off x="4648200" y="1981200"/>
            <a:ext cx="3810000" cy="4114800"/>
          </a:xfrm>
          <a:noFill/>
          <a:ln>
            <a:noFill/>
            <a:miter lim="800000"/>
          </a:ln>
          <a:effectLst/>
        </p:spPr>
        <p:txBody>
          <a:bodyPr vert="horz" wrap="square" lIns="92075" tIns="46038" rIns="92075" bIns="46038" anchor="t" anchorCtr="0">
            <a:noAutofit/>
          </a:bodyPr>
          <a:lstStyle>
            <a:lvl1pPr marL="342900" indent="-3429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1pPr>
            <a:lvl2pPr marL="742950" indent="-28575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2pPr>
            <a:lvl3pPr marL="11430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3pPr>
            <a:lvl4pPr marL="16002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en-US" altLang="en-US" sz="16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4pPr>
            <a:lvl5pPr marL="2057400" indent="-228600" algn="l" defTabSz="914400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en-US" altLang="en-US" sz="1600" b="0" i="0" u="none" baseline="0"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</a:defRPr>
            </a:lvl5pPr>
          </a:lstStyle>
          <a:p>
            <a:pPr lvl="0" eaLnBrk="0" hangingPunct="0"/>
            <a:r>
              <a:t>Unattractive</a:t>
            </a:r>
          </a:p>
          <a:p>
            <a:pPr lvl="1" eaLnBrk="0" hangingPunct="0"/>
            <a:r>
              <a:t>State &amp; local gov’t</a:t>
            </a:r>
          </a:p>
          <a:p>
            <a:pPr lvl="1" eaLnBrk="0" hangingPunct="0"/>
            <a:r>
              <a:t>Life &amp; death apps</a:t>
            </a:r>
          </a:p>
          <a:p>
            <a:pPr lvl="1" eaLnBrk="0" hangingPunct="0"/>
            <a:r>
              <a:t>Manufacturing shop floor</a:t>
            </a:r>
          </a:p>
        </p:txBody>
      </p:sp>
      <p:sp>
        <p:nvSpPr>
          <p:cNvPr id="1024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0" hangingPunct="0"/>
            <a:endParaRPr sz="1400">
              <a:latin typeface="Times New Roman" pitchFamily="18" charset="0"/>
            </a:endParaRPr>
          </a:p>
        </p:txBody>
      </p:sp>
      <p:sp>
        <p:nvSpPr>
          <p:cNvPr id="1024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 eaLnBrk="0" hangingPunct="0"/>
            <a:endParaRPr sz="14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0.06.14"/>
  <p:tag name="AS_TITLE" val="Aspose.Slides for .NET 2.0"/>
  <p:tag name="AS_VERSION" val="20.6"/>
</p:tagLst>
</file>

<file path=ppt/theme/theme1.xml><?xml version="1.0" encoding="utf-8"?>
<a:theme xmlns:r="http://schemas.openxmlformats.org/officeDocument/2006/relationships"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prstClr val="black">
                <a:alpha val="38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CCFF"/>
      </a:hlink>
      <a:folHlink>
        <a:srgbClr val="B2B2B2"/>
      </a:folHlink>
    </a:clrScheme>
    <a:fontScheme name="Arial">
      <a:maj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prstClr val="black">
                <a:alpha val="38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CCFF"/>
      </a:hlink>
      <a:folHlink>
        <a:srgbClr val="B2B2B2"/>
      </a:folHlink>
    </a:clrScheme>
    <a:fontScheme name="Arial">
      <a:maj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prstClr val="black">
                <a:alpha val="38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</a:effectStyle>
        <a:effectStyle>
          <a:effectLst>
            <a:outerShdw blurRad="40000" dist="23000" dir="5400000" rotWithShape="0">
              <a:prstClr val="black">
                <a:alpha val="35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>Aberdeen Group, Inc.</Company>
  <PresentationFormat>On-screen Show (4:3)</PresentationFormat>
  <Paragraphs>31</Paragraphs>
  <Slides>4</Slides>
  <Notes>4</Notes>
  <TotalTime>23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8">
      <vt:lpstr>Arial</vt:lpstr>
      <vt:lpstr>Times New Roman</vt:lpstr>
      <vt:lpstr>Calibri</vt:lpstr>
      <vt:lpstr>Default Design</vt:lpstr>
      <vt:lpstr>Y2K Live, Dead &amp; Wounded</vt:lpstr>
      <vt:lpstr>Y2K Dead Platforms</vt:lpstr>
      <vt:lpstr>Y2K Wounded</vt:lpstr>
      <vt:lpstr>Target Downstream Customers</vt:lpstr>
    </vt:vector>
  </TitlesOfParts>
  <LinksUpToDate>0</LinksUpToDate>
  <SharedDoc>0</SharedDoc>
  <HyperlinksChanged>0</HyperlinksChanged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Y2K Live, Dead &amp; Wounded</dc:title>
  <cp:keywords>Y2K MST</cp:keywords>
  <cp:revision>1</cp:revision>
  <cp:lastPrinted>1998-04-08T21:29:33.500</cp:lastPrinted>
  <dcterms:created xsi:type="dcterms:W3CDTF">1998-04-08T21:08:28Z</dcterms:created>
  <dcterms:modified xsi:type="dcterms:W3CDTF">2024-06-14T01:49:21Z</dcterms:modified>
  <dc:subject>MST management meeting discussion</dc:subject>
</cp:coreProperties>
</file>